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sldIdLst>
    <p:sldId id="256" r:id="rId13"/>
  </p:sldIdLst>
  <p:sldSz cx="10080625" cy="5670550"/>
  <p:notesSz cx="7772400" cy="100584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46" d="100"/>
          <a:sy n="146" d="100"/>
        </p:scale>
        <p:origin x="400" y="184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4128920738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a0:bf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f8:5a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26.196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f8:5a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a0:bf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26.196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430746834"/>
              </p:ext>
            </p:extLst>
          </p:nvPr>
        </p:nvGraphicFramePr>
        <p:xfrm>
          <a:off x="3396343" y="3991427"/>
          <a:ext cx="6684282" cy="1463040"/>
        </p:xfrm>
        <a:graphic>
          <a:graphicData uri="http://schemas.openxmlformats.org/drawingml/2006/table">
            <a:tbl>
              <a:tblPr/>
              <a:tblGrid>
                <a:gridCol w="1096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3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a0:bf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ff:ff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a0:bf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26.196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00:00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26.41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f8:5a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a0:bf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f8:5a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26.41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</a:t>
                      </a: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0: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bf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26.196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396080" y="3684707"/>
            <a:ext cx="6667142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645920" y="91440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3e:2a:be:cd:f8:5a</a:t>
            </a: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192.168.26.41</a:t>
            </a: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a0:47:d7:d0:16:94</a:t>
            </a: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192.168.26.56</a:t>
            </a: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58:86:94</a:t>
            </a: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:fj3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:a0:bf</a:t>
            </a: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</a:rPr>
              <a:t>192.168.26.196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1387</TotalTime>
  <Words>81</Words>
  <Application>Microsoft Macintosh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안 인서</cp:lastModifiedBy>
  <cp:revision>29</cp:revision>
  <dcterms:created xsi:type="dcterms:W3CDTF">2020-04-02T04:51:22Z</dcterms:created>
  <dcterms:modified xsi:type="dcterms:W3CDTF">2026-04-07T06:17:59Z</dcterms:modified>
  <dc:language>en-US</dc:language>
</cp:coreProperties>
</file>